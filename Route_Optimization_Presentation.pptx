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Field Sales Route Optimization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On-demand agent routing using road graphs, priority scoring, and time-window constraints</a:t>
            </a:r>
          </a:p>
          <a:p>
            <a:r>
              <a:t>Student: ____________________   Reg No: ____________________</a:t>
            </a:r>
          </a:p>
          <a:p>
            <a:r>
              <a:t>Supervisor: ____________________   Date: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Research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Field sales teams must visit many shops daily under time and operational constraints</a:t>
            </a:r>
          </a:p>
          <a:p>
            <a:pPr>
              <a:defRPr sz="2000"/>
            </a:pPr>
            <a:r>
              <a:t>Manual planning is inefficient and often ignores road reality, opening hours, and end-of-day home travel</a:t>
            </a:r>
          </a:p>
          <a:p>
            <a:pPr>
              <a:defRPr sz="2000"/>
            </a:pPr>
            <a:r>
              <a:t>Goal: improve productivity, coverage, and expected revenue with automated, agent-ready 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Problem: generate feasible daily routes per agent that follow roads and respect hours + shop time windows</a:t>
            </a:r>
          </a:p>
          <a:p>
            <a:pPr>
              <a:defRPr sz="2000"/>
            </a:pPr>
            <a:r>
              <a:t>RO1: compute road-accurate travel distance/time using Dijkstra on OpenStreetMap road graphs</a:t>
            </a:r>
          </a:p>
          <a:p>
            <a:pPr>
              <a:defRPr sz="2000"/>
            </a:pPr>
            <a:r>
              <a:t>RO2: prioritize shops using multi-factor sales signals and select top-k per agent (priority barrier)</a:t>
            </a:r>
          </a:p>
          <a:p>
            <a:pPr>
              <a:defRPr sz="2000"/>
            </a:pPr>
            <a:r>
              <a:t>RO3: produce a usable artifact (web UI) that gives each agent a clear route map and ordered stops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&amp; Theoretical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7863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Gap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Shortest-path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Accurate road-based distances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per-agent constraints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VRP heuristics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 route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shop time-windows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This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Dijkstra + constrained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Agent-ready routes + map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840480"/>
            <a:ext cx="7863840" cy="1005840"/>
          </a:xfrm>
          <a:prstGeom prst="roundRect">
            <a:avLst/>
          </a:prstGeom>
          <a:solidFill>
            <a:srgbClr val="EBF5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Identified gap: routing that is both road-accurate and operationally feasible per agent (hours, time windows, home endpoints).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Acquisition &amp;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Standardization is used to put numeric features on comparable scales when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694944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z = (x − μ) / 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Feature Engineering (high-yield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Investigated shop distribution per agent/sub-cluster and missingness in optional columns</a:t>
            </a:r>
          </a:p>
          <a:p>
            <a:pPr>
              <a:defRPr sz="2000"/>
            </a:pPr>
            <a:r>
              <a:t>Checked correlations between conversion_rate, avg_order_value, and last_visit_days for scoring stability</a:t>
            </a:r>
          </a:p>
          <a:p>
            <a:pPr>
              <a:defRPr sz="2000"/>
            </a:pPr>
            <a:r>
              <a:t>Engineered: recency = 1 − exp(−days / τ) and size score mapping (small/medium/large)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4173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Input Excel</a:t>
            </a:r>
          </a:p>
          <a:p>
            <a:r>
              <a:t>(locations, HQ, agents)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828800"/>
            <a:ext cx="1417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Priority scoring</a:t>
            </a:r>
          </a:p>
          <a:p>
            <a:r>
              <a:t>+ barrier (top-k)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1828800"/>
            <a:ext cx="1417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Road graph cache</a:t>
            </a:r>
          </a:p>
          <a:p>
            <a:r>
              <a:t>(OSMnx GraphML)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1417320" cy="914400"/>
          </a:xfrm>
          <a:prstGeom prst="roundRect">
            <a:avLst/>
          </a:prstGeom>
          <a:solidFill>
            <a:srgbClr val="FEF9C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Dijkstra matrices</a:t>
            </a:r>
          </a:p>
          <a:p>
            <a:r>
              <a:t>(length, travel_time)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828800"/>
            <a:ext cx="14173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Constrained routing</a:t>
            </a:r>
          </a:p>
          <a:p>
            <a:r>
              <a:t>(time windows, hours)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828800"/>
            <a:ext cx="1417320" cy="914400"/>
          </a:xfrm>
          <a:prstGeom prst="roundRect">
            <a:avLst/>
          </a:prstGeom>
          <a:solidFill>
            <a:srgbClr val="EDE9F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Web UI + Map</a:t>
            </a:r>
          </a:p>
          <a:p>
            <a:r>
              <a:t>(Folium/Leaflet)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20" y="22860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40" y="22860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66360" y="22860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12280" y="22860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58200" y="22860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Selection &amp; Route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Baseline: straight-line distances / naive ordering (not road-accurate, often infeasible)</a:t>
            </a:r>
          </a:p>
          <a:p>
            <a:pPr>
              <a:defRPr sz="2000"/>
            </a:pPr>
            <a:r>
              <a:t>Selected: Dijkstra shortest paths on road graphs for distance/time matrices</a:t>
            </a:r>
          </a:p>
          <a:p>
            <a:pPr>
              <a:defRPr sz="2000"/>
            </a:pPr>
            <a:r>
              <a:t>Route ordering: constrained nearest-neighbor heuristic for fast per-agent routing</a:t>
            </a:r>
          </a:p>
          <a:p>
            <a:pPr>
              <a:defRPr sz="2000"/>
            </a:pPr>
            <a:r>
              <a:t>Setup: per agent, select top-k shops then build route HQ → shops → Home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Setup (Tuning &amp; Constraints)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Multi-factor priority scoring selects the most valuable shops before routing.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694944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Priority = 0.35·CR + 0.30·AOV + 0.20·Recency + 0.15·Size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 &amp;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Dataset: 1,575 shops, 15 agents, 4 sub-clusters (from system logs)</a:t>
            </a:r>
          </a:p>
          <a:p>
            <a:pPr>
              <a:defRPr sz="2000"/>
            </a:pPr>
            <a:r>
              <a:t>Per-agent outputs: shops selected (top-k), shops visited, shops dropped (time/barrier), distance (km), travel time (min)</a:t>
            </a:r>
          </a:p>
          <a:p>
            <a:pPr>
              <a:defRPr sz="2000"/>
            </a:pPr>
            <a:r>
              <a:t>Example (Chris Kibet): 26 shops visited, 110.16 km, 131.3 min travel, est. revenue KSh 16,941.48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Dropped stops occur mainly due to time constraints (cannot finish before end-of-day) or priority barrier</a:t>
            </a:r>
          </a:p>
          <a:p>
            <a:pPr>
              <a:defRPr sz="2000"/>
            </a:pPr>
            <a:r>
              <a:t>Failure modes: unreachable shop coordinates (no path), overly tight shop hours, unrealistic service times</a:t>
            </a:r>
          </a:p>
          <a:p>
            <a:pPr>
              <a:defRPr sz="2000"/>
            </a:pPr>
            <a:r>
              <a:t>Guardrails: coordinate validation, outlier removal, and fallback handling (straight line if no segment path)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Python (pandas, networkx, osmnx), Dijkstra shortest paths, constrained nearest-neighbor</a:t>
            </a:r>
          </a:p>
          <a:p>
            <a:pPr>
              <a:defRPr sz="2000"/>
            </a:pPr>
            <a:r>
              <a:t>Mapping: Folium/Leaflet interactive HTML, numbered stops, direction arrows</a:t>
            </a:r>
          </a:p>
          <a:p>
            <a:pPr>
              <a:defRPr sz="2000"/>
            </a:pPr>
            <a:r>
              <a:t>Web app: Flask API + UI (agent selects name, route generated on demand ~30–60s with cached graphs)</a:t>
            </a:r>
          </a:p>
          <a:p>
            <a:pPr>
              <a:defRPr sz="2000"/>
            </a:pPr>
            <a:r>
              <a:t>Outputs: per-agent map HTML + Excel KPI summary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 / Artifact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Demo scenario: agent selects name → route generates → follow numbered stops on the map</a:t>
            </a:r>
          </a:p>
          <a:p>
            <a:pPr>
              <a:defRPr sz="2000"/>
            </a:pPr>
            <a:r>
              <a:t>Show: step-by-step directions list + map arrows + stop popups (service time &amp; next stop)</a:t>
            </a:r>
          </a:p>
          <a:p>
            <a:pPr>
              <a:defRPr sz="2000"/>
            </a:pPr>
            <a:r>
              <a:t>Contingency: embed a 45-second backup screen recording in this slide if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Contributions, Limitations,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Contributions: road-accurate routing, multi-factor shop prioritization, operational constraints, agent-facing web UI</a:t>
            </a:r>
          </a:p>
          <a:p>
            <a:pPr>
              <a:defRPr sz="2000"/>
            </a:pPr>
            <a:r>
              <a:t>Limitations: heuristic route may be 15–25% longer than optimum; no traffic modeling; weights are fixed (no learning)</a:t>
            </a:r>
          </a:p>
          <a:p>
            <a:pPr>
              <a:defRPr sz="2000"/>
            </a:pPr>
            <a:r>
              <a:t>Future work: add traffic/time-dependent speeds, improved solver (OR-Tools), feedback loop to learn scoring weights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Boeing, G. (2017). OSMnx: New methods for acquiring, constructing, analyzing, and visualizing complex street networks. Computers, Environment and Urban Systems.</a:t>
            </a:r>
          </a:p>
          <a:p>
            <a:pPr>
              <a:defRPr sz="2000"/>
            </a:pPr>
            <a:r>
              <a:t>Dijkstra, E. W. (1959). A note on two problems in connexion with graphs. Numerische Mathematik.</a:t>
            </a:r>
          </a:p>
          <a:p>
            <a:pPr>
              <a:defRPr sz="2000"/>
            </a:pPr>
            <a:r>
              <a:t>Holland, J. H. (1992). Adaptation in Natural and Artificial Systems (heuristics background).</a:t>
            </a:r>
          </a:p>
          <a:p>
            <a:pPr>
              <a:defRPr sz="2000"/>
            </a:pPr>
            <a:r>
              <a:t>Thank you to the supervisor and panel for guidance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Sales Route Optimization System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